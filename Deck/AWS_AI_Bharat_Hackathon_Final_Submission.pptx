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Manrope" panose="020B0604020202020204" charset="0"/>
      <p:regular r:id="rId17"/>
      <p:bold r:id="rId18"/>
    </p:embeddedFont>
    <p:embeddedFont>
      <p:font typeface="Manrope SemiBold" panose="020B0604020202020204" charset="0"/>
      <p:regular r:id="rId19"/>
      <p:bold r:id="rId20"/>
    </p:embeddedFont>
    <p:embeddedFont>
      <p:font typeface="Poppins" panose="020B0502040204020203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AI is required in your solution?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AWS services are used within your architecture?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the AI layer adds to the user experience?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On-screen Show (16:9)</PresentationFormat>
  <Paragraphs>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Manrope</vt:lpstr>
      <vt:lpstr>Manrope SemiBold</vt:lpstr>
      <vt:lpstr>Arial</vt:lpstr>
      <vt:lpstr>Poppins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Nanda</dc:creator>
  <cp:lastModifiedBy>Nanda Kumar N</cp:lastModifiedBy>
  <cp:revision>1</cp:revision>
  <dcterms:modified xsi:type="dcterms:W3CDTF">2026-03-08T03:10:18Z</dcterms:modified>
</cp:coreProperties>
</file>